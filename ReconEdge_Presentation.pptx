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5836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34440" y="7132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ReconEdge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61872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D4FF"/>
                </a:solidFill>
              </a:rPr>
              <a:t>Detect. Quantify. Investigate. Resolve.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261872" y="16824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4FF"/>
                </a:solidFill>
              </a:rPr>
              <a:t>Intelligent financial reconciliation powered by Daytona sandboxes + AI reasoning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2743200"/>
            <a:ext cx="3657600" cy="1417320"/>
          </a:xfrm>
          <a:prstGeom prst="roundRect">
            <a:avLst>
              <a:gd name="adj" fmla="val 11613"/>
            </a:avLst>
          </a:prstGeom>
          <a:solidFill>
            <a:srgbClr val="0F2A47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9626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30175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Reconciliation systems detect breaks — but analysts still investigate why.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08576" y="2743200"/>
            <a:ext cx="3657600" cy="1417320"/>
          </a:xfrm>
          <a:prstGeom prst="roundRect">
            <a:avLst>
              <a:gd name="adj" fmla="val 11613"/>
            </a:avLst>
          </a:prstGeom>
          <a:solidFill>
            <a:srgbClr val="0F2A47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29626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82896" y="3310128"/>
            <a:ext cx="29718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Compute the facts in Daytona. Let AI reason over the evidence.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3920" y="2743200"/>
            <a:ext cx="2971800" cy="1417320"/>
          </a:xfrm>
          <a:prstGeom prst="roundRect">
            <a:avLst>
              <a:gd name="adj" fmla="val 11613"/>
            </a:avLst>
          </a:prstGeom>
          <a:solidFill>
            <a:srgbClr val="0F2A47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9952" y="29626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Demo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59952" y="3310128"/>
            <a:ext cx="23957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6 sample transactions → 4 exceptions → risk + root-cause path.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68096" y="5148072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Daytona determines the facts. AI interprets the facts. ReconEdge turns both into an operational investigation.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5C7"/>
                </a:solidFill>
              </a:rPr>
              <a:t>ReconEdge  |  Daytona HackSprint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problem: breaks are easy to detect, hard to investigate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5C7"/>
                </a:solidFill>
              </a:rPr>
              <a:t>ReconEdge focuses on the gap between mismatch detection and human resolution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CB5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reconciliation often stops here: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847088"/>
            <a:ext cx="3383280" cy="2194560"/>
          </a:xfrm>
          <a:prstGeom prst="roundRect">
            <a:avLst>
              <a:gd name="adj" fmla="val 7500"/>
            </a:avLst>
          </a:prstGeom>
          <a:solidFill>
            <a:srgbClr val="0F2A47"/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21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BREAK DETECTED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27432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TX002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Bank: €8,500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Internal: €8,000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926080"/>
            <a:ext cx="12801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89320" y="1417320"/>
            <a:ext cx="5303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CB5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analysts still answer these questions manually: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847088"/>
            <a:ext cx="5440680" cy="530352"/>
          </a:xfrm>
          <a:prstGeom prst="roundRect">
            <a:avLst>
              <a:gd name="adj" fmla="val 20690"/>
            </a:avLst>
          </a:prstGeom>
          <a:solidFill>
            <a:srgbClr val="0F2A47">
              <a:alpha val="94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9568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Why?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19659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4FF"/>
                </a:solidFill>
              </a:rPr>
              <a:t>fee, amendment, timing, interface?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2560320"/>
            <a:ext cx="5440680" cy="530352"/>
          </a:xfrm>
          <a:prstGeom prst="roundRect">
            <a:avLst>
              <a:gd name="adj" fmla="val 20690"/>
            </a:avLst>
          </a:prstGeom>
          <a:solidFill>
            <a:srgbClr val="0F2A47">
              <a:alpha val="94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26700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How material?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18120" y="26791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4FF"/>
                </a:solidFill>
              </a:rPr>
              <a:t>€ amount + percentage variance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3273552"/>
            <a:ext cx="5440680" cy="530352"/>
          </a:xfrm>
          <a:prstGeom prst="roundRect">
            <a:avLst>
              <a:gd name="adj" fmla="val 20690"/>
            </a:avLst>
          </a:prstGeom>
          <a:solidFill>
            <a:srgbClr val="0F2A47">
              <a:alpha val="94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33832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What evidence?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18120" y="339242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4FF"/>
                </a:solidFill>
              </a:rPr>
              <a:t>source records and status signals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3986784"/>
            <a:ext cx="5440680" cy="530352"/>
          </a:xfrm>
          <a:prstGeom prst="roundRect">
            <a:avLst>
              <a:gd name="adj" fmla="val 20690"/>
            </a:avLst>
          </a:prstGeom>
          <a:solidFill>
            <a:srgbClr val="0F2A47">
              <a:alpha val="94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40965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What next?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18120" y="410565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4FF"/>
                </a:solidFill>
              </a:rPr>
              <a:t>recommended checks + escalation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5102352"/>
            <a:ext cx="10698480" cy="694944"/>
          </a:xfrm>
          <a:prstGeom prst="roundRect">
            <a:avLst>
              <a:gd name="adj" fmla="val 17105"/>
            </a:avLst>
          </a:prstGeom>
          <a:solidFill>
            <a:srgbClr val="11385D">
              <a:alpha val="97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31266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ReconEdge is an investigation layer: it quantifies the break, builds evidence, scores risk, and gives an action path.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5C7"/>
                </a:solidFill>
              </a:rPr>
              <a:t>ReconEdge  |  Daytona HackSprint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thesis: separate facts from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5C7"/>
                </a:solidFill>
              </a:rPr>
              <a:t>Financial arithmetic should be deterministic; root-cause reasoning can be AI-assisted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182880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EAF4FF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751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4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93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Raw financial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bank / custodian + internal ledger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633472" y="2286000"/>
            <a:ext cx="56692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1828800"/>
            <a:ext cx="182880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9751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86200" y="1993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Daytona sandbox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86200" y="2286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isolated execution boundary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285232" y="2286000"/>
            <a:ext cx="56692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89320" y="182880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22C55E">
                <a:alpha val="8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9751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Calculation engine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2860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presence, amount, variance, status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138160" y="228600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23960" y="182880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7C3AED">
                <a:alpha val="8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0264" y="19751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72600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reasoner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72600" y="22860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hypotheses + next checks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1051560" y="3950208"/>
            <a:ext cx="4663440" cy="1097280"/>
          </a:xfrm>
          <a:prstGeom prst="roundRect">
            <a:avLst>
              <a:gd name="adj" fmla="val 13333"/>
            </a:avLst>
          </a:prstGeom>
          <a:solidFill>
            <a:srgbClr val="0F2A47"/>
          </a:solidFill>
          <a:ln w="12700">
            <a:solidFill>
              <a:srgbClr val="22C55E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7592" y="4160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Daytona / code determines: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07592" y="4443984"/>
            <a:ext cx="40233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• signed difference   • exposure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• variance %          • exception type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• match rate           • net discrepancy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492240" y="3950208"/>
            <a:ext cx="4663440" cy="1097280"/>
          </a:xfrm>
          <a:prstGeom prst="roundRect">
            <a:avLst>
              <a:gd name="adj" fmla="val 13333"/>
            </a:avLst>
          </a:prstGeom>
          <a:solidFill>
            <a:srgbClr val="0F2A47"/>
          </a:solidFill>
          <a:ln w="12700">
            <a:solidFill>
              <a:srgbClr val="7C3AED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4160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AI determines: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48272" y="4443984"/>
            <a:ext cx="40233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• likely causes       • confidence rank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• recommended checks  • escalation guidance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• human-readable report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51560" y="5596128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D4FF"/>
                </a:solidFill>
              </a:rPr>
              <a:t>“The LLM never decides if €8,500 equals €8,000 — it reasons over the evidence generated in the sandbox.”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5C7"/>
                </a:solidFill>
              </a:rPr>
              <a:t>ReconEdge  |  Daytona HackSprint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architecture: controlled financial investigation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5C7"/>
                </a:solidFill>
              </a:rPr>
              <a:t>A stateful pipeline with explicit execution, evidence, reasoning, verification and decision gates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22C55E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5636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581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1874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business date + files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22C55E">
                <a:alpha val="8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5224" y="15636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581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Validate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schema + quality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983480" y="141732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22C55E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9784" y="15636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32120" y="1581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Plan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32120" y="1874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checks to run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178040" y="141732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00D4FF">
                <a:alpha val="8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15636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26680" y="1581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Daytona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26680" y="1874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execute safely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372600" y="141732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22C55E">
                <a:alpha val="8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8904" y="15636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21240" y="1581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Evidence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921240" y="1874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facts package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1691640" y="329184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22C55E">
                <a:alpha val="8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37944" y="34381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240280" y="34564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Risk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240280" y="3749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materiality score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069080" y="329184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7C3AED">
                <a:alpha val="8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15384" y="34381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17720" y="34564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Reason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17720" y="3749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root causes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6446520" y="329184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22C55E">
                <a:alpha val="8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34381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95160" y="34564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Verifier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995160" y="3749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no hallucinated facts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8823960" y="3291840"/>
            <a:ext cx="1645920" cy="914400"/>
          </a:xfrm>
          <a:prstGeom prst="roundRect">
            <a:avLst>
              <a:gd name="adj" fmla="val 15000"/>
            </a:avLst>
          </a:prstGeom>
          <a:solidFill>
            <a:srgbClr val="0F2A47">
              <a:alpha val="97000"/>
            </a:srgbClr>
          </a:solidFill>
          <a:ln w="15240">
            <a:solidFill>
              <a:srgbClr val="22C55E">
                <a:alpha val="8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0264" y="34381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372600" y="34564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Report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372600" y="3749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CB5C7"/>
                </a:solidFill>
              </a:rPr>
              <a:t>next action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2240280" y="1874520"/>
            <a:ext cx="502920" cy="0"/>
          </a:xfrm>
          <a:prstGeom prst="line">
            <a:avLst/>
          </a:prstGeom>
          <a:noFill/>
          <a:ln w="19050">
            <a:solidFill>
              <a:srgbClr val="9CB5C7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34840" y="1874520"/>
            <a:ext cx="502920" cy="0"/>
          </a:xfrm>
          <a:prstGeom prst="line">
            <a:avLst/>
          </a:prstGeom>
          <a:noFill/>
          <a:ln w="19050">
            <a:solidFill>
              <a:srgbClr val="9CB5C7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629400" y="1874520"/>
            <a:ext cx="502920" cy="0"/>
          </a:xfrm>
          <a:prstGeom prst="line">
            <a:avLst/>
          </a:prstGeom>
          <a:noFill/>
          <a:ln w="19050">
            <a:solidFill>
              <a:srgbClr val="9CB5C7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823960" y="1874520"/>
            <a:ext cx="502920" cy="0"/>
          </a:xfrm>
          <a:prstGeom prst="line">
            <a:avLst/>
          </a:prstGeom>
          <a:noFill/>
          <a:ln w="19050">
            <a:solidFill>
              <a:srgbClr val="9CB5C7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195560" y="2359152"/>
            <a:ext cx="-484632" cy="868680"/>
          </a:xfrm>
          <a:prstGeom prst="line">
            <a:avLst/>
          </a:prstGeom>
          <a:noFill/>
          <a:ln w="19050">
            <a:solidFill>
              <a:srgbClr val="9CB5C7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705088" y="3749040"/>
            <a:ext cx="-521208" cy="0"/>
          </a:xfrm>
          <a:prstGeom prst="line">
            <a:avLst/>
          </a:prstGeom>
          <a:noFill/>
          <a:ln w="19050">
            <a:solidFill>
              <a:srgbClr val="9CB5C7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355080" y="3749040"/>
            <a:ext cx="-502920" cy="0"/>
          </a:xfrm>
          <a:prstGeom prst="line">
            <a:avLst/>
          </a:prstGeom>
          <a:noFill/>
          <a:ln w="19050">
            <a:solidFill>
              <a:srgbClr val="9CB5C7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977640" y="3749040"/>
            <a:ext cx="-502920" cy="0"/>
          </a:xfrm>
          <a:prstGeom prst="line">
            <a:avLst/>
          </a:prstGeom>
          <a:noFill/>
          <a:ln w="19050">
            <a:solidFill>
              <a:srgbClr val="9CB5C7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600200" y="3749040"/>
            <a:ext cx="-365760" cy="0"/>
          </a:xfrm>
          <a:prstGeom prst="line">
            <a:avLst/>
          </a:prstGeom>
          <a:noFill/>
          <a:ln w="19050">
            <a:solidFill>
              <a:srgbClr val="9CB5C7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68680" y="5349240"/>
            <a:ext cx="10469880" cy="594360"/>
          </a:xfrm>
          <a:prstGeom prst="roundRect">
            <a:avLst>
              <a:gd name="adj" fmla="val 21538"/>
            </a:avLst>
          </a:prstGeom>
          <a:solidFill>
            <a:srgbClr val="11385D">
              <a:alpha val="96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7280" y="553212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MVP slice: Validator → Fixed planner → ONE Daytona sandbox → Evidence → Risk → ONE AI request → Report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5C7"/>
                </a:solidFill>
              </a:rPr>
              <a:t>ReconEdge  |  Daytona HackSprint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result: deterministic evidence + risk scoring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5C7"/>
                </a:solidFill>
              </a:rPr>
              <a:t>A synthetic six-transaction dataset exposes multiple break types in one run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2194560" cy="960120"/>
          </a:xfrm>
          <a:prstGeom prst="roundRect">
            <a:avLst>
              <a:gd name="adj" fmla="val 11429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</a:rPr>
              <a:t>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Transactions reviewed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53512" y="1325880"/>
            <a:ext cx="2194560" cy="960120"/>
          </a:xfrm>
          <a:prstGeom prst="roundRect">
            <a:avLst>
              <a:gd name="adj" fmla="val 11429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22C55E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8104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18104" y="18928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Matches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48656" y="1325880"/>
            <a:ext cx="2194560" cy="960120"/>
          </a:xfrm>
          <a:prstGeom prst="roundRect">
            <a:avLst>
              <a:gd name="adj" fmla="val 11429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13248" y="18928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Exceptions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3800" y="1325880"/>
            <a:ext cx="2194560" cy="960120"/>
          </a:xfrm>
          <a:prstGeom prst="roundRect">
            <a:avLst>
              <a:gd name="adj" fmla="val 11429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EF4444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€5,300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08392" y="18928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Gross exposure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38944" y="1325880"/>
            <a:ext cx="2194560" cy="960120"/>
          </a:xfrm>
          <a:prstGeom prst="roundRect">
            <a:avLst>
              <a:gd name="adj" fmla="val 11429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7C3AED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03536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+€500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003536" y="18928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Net discrepancy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" y="2788920"/>
            <a:ext cx="5074920" cy="2377440"/>
          </a:xfrm>
          <a:prstGeom prst="roundRect">
            <a:avLst>
              <a:gd name="adj" fmla="val 5385"/>
            </a:avLst>
          </a:prstGeom>
          <a:solidFill>
            <a:srgbClr val="0F2A47">
              <a:alpha val="97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2990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Calculation examples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46704"/>
            <a:ext cx="45720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TX002  Amount mismatch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Bank €8,500 vs internal €8,000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Signed difference: +€500 | variance: 5.88%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TX003  Missing internally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Bank €2,400 absent from internal ledger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Risk: HIGH due to 100% variance + materiality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TX006  Status mismatch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</a:rPr>
              <a:t>Amount matches; settled vs pending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144768" y="2788920"/>
            <a:ext cx="525780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pic>
        <p:nvPicPr>
          <p:cNvPr id="24" name="Image 0" descr="/mnt/data/f38eb75b-1b25-4661-b87b-382237b3ec6d.png">    </p:cNvPr>
          <p:cNvPicPr>
            <a:picLocks noChangeAspect="1"/>
          </p:cNvPicPr>
          <p:nvPr/>
        </p:nvPicPr>
        <p:blipFill>
          <a:blip r:embed="rId1"/>
          <a:srcRect l="5936" r="5936" t="0" b="0"/>
          <a:stretch/>
        </p:blipFill>
        <p:spPr>
          <a:xfrm>
            <a:off x="6217920" y="2862072"/>
            <a:ext cx="5111496" cy="25511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355080" y="55961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B5C7"/>
                </a:solidFill>
              </a:rPr>
              <a:t>Live UI proof: Daytona execution → evidence → risk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5C7"/>
                </a:solidFill>
              </a:rPr>
              <a:t>ReconEdge  |  Daytona HackSprint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Daytona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5C7"/>
                </a:solidFill>
              </a:rPr>
              <a:t>ReconEdge is designed for AI-driven financial investigations that need a safe execution boundary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3200400" cy="2971800"/>
          </a:xfrm>
          <a:prstGeom prst="roundRect">
            <a:avLst>
              <a:gd name="adj" fmla="val 4923"/>
            </a:avLst>
          </a:prstGeom>
          <a:solidFill>
            <a:srgbClr val="0F2A47"/>
          </a:solidFill>
          <a:ln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556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Without sandboxing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267712"/>
            <a:ext cx="260604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AI-generated or user-driven analysis risks running inside the app/server environment.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Shared environments can contaminate results.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Cleanup and isolation are harder to guarantee.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160520" y="2999232"/>
            <a:ext cx="10058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40680" y="1508760"/>
            <a:ext cx="3200400" cy="2971800"/>
          </a:xfrm>
          <a:prstGeom prst="roundRect">
            <a:avLst>
              <a:gd name="adj" fmla="val 4923"/>
            </a:avLst>
          </a:prstGeom>
          <a:solidFill>
            <a:srgbClr val="0F2A47"/>
          </a:solidFill>
          <a:ln w="12700">
            <a:solidFill>
              <a:srgbClr val="00D4FF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75564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With Daytona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42432" y="2267712"/>
            <a:ext cx="260604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Each investigation gets isolated disposable compute.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Code executes away from the UI process.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Structured evidence returns; sandbox is deleted.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189720" y="1508760"/>
            <a:ext cx="2331720" cy="2971800"/>
          </a:xfrm>
          <a:prstGeom prst="roundRect">
            <a:avLst>
              <a:gd name="adj" fmla="val 6275"/>
            </a:avLst>
          </a:prstGeom>
          <a:solidFill>
            <a:srgbClr val="11385D">
              <a:alpha val="97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4040" y="1755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Future scale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28048" y="2240280"/>
            <a:ext cx="16916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 account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1 sandbox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100 accounts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parallel sandboxes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 planner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generated checks safely executed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D4FF"/>
                </a:solidFill>
              </a:rPr>
              <a:t>Demo message: one sandbox per investigation today; one sandbox per account/break tomorrow.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5C7"/>
                </a:solidFill>
              </a:rPr>
              <a:t>ReconEdge  |  Daytona HackSprint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reasoning: bounded interpretation, not hallucinated arithmetic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5C7"/>
                </a:solidFill>
              </a:rPr>
              <a:t>The AI receives structured evidence produced by Daytona and returns root-cause hypotheses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5074920" cy="3703320"/>
          </a:xfrm>
          <a:prstGeom prst="roundRect">
            <a:avLst>
              <a:gd name="adj" fmla="val 3951"/>
            </a:avLst>
          </a:prstGeom>
          <a:solidFill>
            <a:srgbClr val="0F2A47"/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642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Evidence package from Daytona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084832"/>
            <a:ext cx="438912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TX002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F4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classification: AMOUNT_MISMATCH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F4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bank: 8500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F4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internal: 8000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F4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signed_difference: +500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F4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absolute_difference: 500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F4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variance_pct: 5.88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F4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risk_score: 0.54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035040" y="3246120"/>
            <a:ext cx="7772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86600" y="1417320"/>
            <a:ext cx="4434840" cy="3703320"/>
          </a:xfrm>
          <a:prstGeom prst="roundRect">
            <a:avLst>
              <a:gd name="adj" fmla="val 3951"/>
            </a:avLst>
          </a:prstGeom>
          <a:solidFill>
            <a:srgbClr val="0F2A47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1664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AI investigation 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0920" y="2066544"/>
            <a:ext cx="388620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Ranked hypotheses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Fee / adjustment missing internally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Incorrect internal booking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Partial settlement or amendment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Recommended checks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source confirmation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fee / adjustment fields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amendment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ledger posting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Escalation guidance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5650992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0D4FF"/>
                </a:solidFill>
              </a:rPr>
              <a:t>Guardrail: AI never edits or recalculates supplied financial facts — it explains what those facts may mean.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5C7"/>
                </a:solidFill>
              </a:rPr>
              <a:t>ReconEdge  |  Daytona HackSprint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demo-ready now — and what comes 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5C7"/>
                </a:solidFill>
              </a:rPr>
              <a:t>A focused MVP with a credible path to enterprise-grade financial operations intelligence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Live MVP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3852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Daytona sandbox execution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5000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deterministic reconciliation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6148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evidence package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17296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risk 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52044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58444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CSV upload flow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93192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99592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Streamlit demo UI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Next build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2240" y="187452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193852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→  AI JSON verifier loop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92240" y="228600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35000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→  confidence gate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269748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276148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→  audit trail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310896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317296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→  ageing and materiality thresholds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52044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358444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→  parallel sandboxes per account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3931920"/>
            <a:ext cx="4251960" cy="292608"/>
          </a:xfrm>
          <a:prstGeom prst="roundRect">
            <a:avLst>
              <a:gd name="adj" fmla="val 25000"/>
            </a:avLst>
          </a:prstGeom>
          <a:solidFill>
            <a:srgbClr val="0F2A47">
              <a:alpha val="96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3995928"/>
            <a:ext cx="3749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→  generated investigation code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280160" y="5239512"/>
            <a:ext cx="9601200" cy="731520"/>
          </a:xfrm>
          <a:prstGeom prst="roundRect">
            <a:avLst>
              <a:gd name="adj" fmla="val 22500"/>
            </a:avLst>
          </a:prstGeom>
          <a:solidFill>
            <a:srgbClr val="11385D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72768" y="54223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B5C7"/>
                </a:solidFill>
              </a:rPr>
              <a:t>Closing line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154680" y="5394960"/>
            <a:ext cx="7269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FFFFF"/>
                </a:solidFill>
              </a:rPr>
              <a:t>“Daytona determines the facts. AI interprets the facts. ReconEdge turns both into an actionable financial investigation.”</a:t>
            </a:r>
            <a:endParaRPr lang="en-US" sz="1380" dirty="0"/>
          </a:p>
        </p:txBody>
      </p:sp>
      <p:sp>
        <p:nvSpPr>
          <p:cNvPr id="34" name="Text 32"/>
          <p:cNvSpPr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5C7"/>
                </a:solidFill>
              </a:rPr>
              <a:t>ReconEdge  |  Daytona HackSprint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B5C7"/>
                </a:solidFill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ReconEdge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ReconEdge — Intelligent reconciliation powered by Daytona</dc:title>
  <dc:subject>ReconEdge presentation</dc:subject>
  <dc:creator>ReconEdge</dc:creator>
  <cp:lastModifiedBy>ReconEdge</cp:lastModifiedBy>
  <cp:revision>1</cp:revision>
  <dcterms:created xsi:type="dcterms:W3CDTF">2026-08-29T15:42:40Z</dcterms:created>
  <dcterms:modified xsi:type="dcterms:W3CDTF">2026-08-29T15:42:40Z</dcterms:modified>
</cp:coreProperties>
</file>